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10" d="100"/>
          <a:sy n="110" d="100"/>
        </p:scale>
        <p:origin x="51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DE24D-7BDB-C05E-C656-85F69EDD5F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3E8241-1798-B0C7-BB7B-D01946C41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563A9-BDDE-9047-EBD6-BCC3FA070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1DA6E-3562-4F1B-BB7F-2344BC70BAFD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950AC-ED04-F364-40FB-E1E0E9CDA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4B8FF-987F-DBDC-B82F-38160D86D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931B-C9A6-40A8-9721-6D2C99D02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026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DDDAF-CC8B-FCD4-3BFC-F75EE5633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D87CA-C169-E883-E9E1-D93F3F60C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D8E86-FA04-D2B3-7AB9-D7E00674B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1DA6E-3562-4F1B-BB7F-2344BC70BAFD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5A328-C4C1-85B6-D768-46D1E229F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568C9-2BBB-14B4-D322-C65936DC4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931B-C9A6-40A8-9721-6D2C99D02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572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EE5C0-2C0A-C4A7-A181-EA2BD366A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2077B-335A-022E-DDD1-7B30BA9D2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D975A-3E3D-E236-1C73-0E8E2D4BB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1DA6E-3562-4F1B-BB7F-2344BC70BAFD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21719-05A7-64E6-047A-6C7D3DF9F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37C2E-D043-9931-89B2-7595D89D0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931B-C9A6-40A8-9721-6D2C99D02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205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4B527-729E-D553-11FD-E60D9B668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700B3-4A84-9246-E9C0-E96EE755D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CDCA93-A576-72CE-7ACF-9158047F0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A2B1C-7134-7F15-259B-337190D1D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1DA6E-3562-4F1B-BB7F-2344BC70BAFD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A86C9-A35D-DC33-F311-7E11A402C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B19AA-D93D-E60D-756B-5B63DC567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931B-C9A6-40A8-9721-6D2C99D02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20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E344B-5304-253A-D064-6B6D399C8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F2CE1-9222-DEB9-30C7-55549442C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DB540-DB9F-D0B7-1A29-A5460A4B5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C34A44-0590-5BD8-0AC2-AD211AAC2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826F1B-F7AA-469C-B937-CE933D9EF5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39B8CC-37DA-2107-DDC5-1912F5AEC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1DA6E-3562-4F1B-BB7F-2344BC70BAFD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85817E-7CD0-37F9-343A-F4E514FF6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1BFAA5-127B-1308-0A5A-FF824C2A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931B-C9A6-40A8-9721-6D2C99D02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457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2852D-0F63-405D-72F8-F4485B13B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9E9BD5-6412-2FDF-6E3F-8A817BB96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1DA6E-3562-4F1B-BB7F-2344BC70BAFD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C42DE5-403B-FC47-A99C-1ECE676AB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37D5D9-625F-7EB3-6AA7-52D5F26FB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931B-C9A6-40A8-9721-6D2C99D02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82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1B3A92-096C-A8FA-B8B9-F4444B5CE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1DA6E-3562-4F1B-BB7F-2344BC70BAFD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0EE1A5-73E3-2B32-4EF6-FB2B3E118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1BB48-854E-8F0C-DBB0-B56A0557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931B-C9A6-40A8-9721-6D2C99D02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343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47D34-AE81-9F37-8D4C-110ECD248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C377B-D404-61BC-2FB2-EE208ED6F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B4FF6C-4B9A-7F7A-2FAC-C778BBC36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B95363-353A-0EA1-BFAB-3D777E5D4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1DA6E-3562-4F1B-BB7F-2344BC70BAFD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D94AE-5D80-D2EE-4B39-42AA05DC5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47CF6C-22F2-2101-896A-7326B7F8A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931B-C9A6-40A8-9721-6D2C99D02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35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2C0D6-BEF1-F9EC-FECF-5E681D13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483E61-2661-E71F-A360-7F45C4F5A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B77A27-3BEA-F10D-13B3-25A9D5F3D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7CBEA-F211-2A53-B3F5-DBC5FFDDA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1DA6E-3562-4F1B-BB7F-2344BC70BAFD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35028-E169-4D21-93E1-4214F8C8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57EA7-A979-E439-B362-99311E3E6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931B-C9A6-40A8-9721-6D2C99D02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185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73BF3-7CCF-D7FA-1643-97B1C2DF6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1F3DF4-2B97-2868-7CF7-146E17B94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891CB-866F-CF70-64A4-EDA348E73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1DA6E-3562-4F1B-BB7F-2344BC70BAFD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ED615-EB4B-6D96-7DE0-8FCA0DDBF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2604A-7B4D-F214-9E73-0401CFCE1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931B-C9A6-40A8-9721-6D2C99D02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24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123895-A06A-B67F-146D-144440F59A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4B4410-59E7-87EB-A427-1BB2B2C3D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68041-95C3-88F3-AF7E-60ED23FAD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1DA6E-3562-4F1B-BB7F-2344BC70BAFD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92C58-9A4D-ED3A-1C97-1586FA058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8B6E8-E9F2-BC31-BBAC-D1A0CB8D7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931B-C9A6-40A8-9721-6D2C99D02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352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068488-6309-F4F8-D8C9-6EA18B070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7BBE2-2747-FEC1-E85F-26CECBFE7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8A5B7-BE4C-ED1D-B768-C31B0A438C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E1DA6E-3562-4F1B-BB7F-2344BC70BAFD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77A34-5801-19D9-9105-CB7200728C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D4E20-DB8C-BDA8-A359-E2C26D52F9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E931B-C9A6-40A8-9721-6D2C99D02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14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368F8-26BB-0155-A55C-0A1FFED934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Acquisition &amp; Activation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903DF3-D098-3DCA-0F16-C3CDC8BB3C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>
                <a:extLst>
                  <a:ext uri="{FF2B5EF4-FFF2-40B4-BE49-F238E27FC236}">
                    <a16:creationId xmlns:a16="http://schemas.microsoft.com/office/drawing/2014/main" id="{F0524B78-F5F5-D75E-7749-DD594139EC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0189584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 3">
                <a:extLst>
                  <a:ext uri="{FF2B5EF4-FFF2-40B4-BE49-F238E27FC236}">
                    <a16:creationId xmlns:a16="http://schemas.microsoft.com/office/drawing/2014/main" id="{F0524B78-F5F5-D75E-7749-DD594139EC9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5934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A5B2F-AAB7-AABB-595E-803C771D3A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Revenue &amp; Retention</a:t>
            </a:r>
          </a:p>
          <a:p>
            <a:r>
              <a:rPr lang="en-US" sz="3900"/>
              <a:t>olist_dashboard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E729C8-93CE-0D8D-88A1-9D8111F189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>
                <a:extLst>
                  <a:ext uri="{FF2B5EF4-FFF2-40B4-BE49-F238E27FC236}">
                    <a16:creationId xmlns:a16="http://schemas.microsoft.com/office/drawing/2014/main" id="{8CEF643D-D387-19BD-C9C4-62B111F716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2573139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 3">
                <a:extLst>
                  <a:ext uri="{FF2B5EF4-FFF2-40B4-BE49-F238E27FC236}">
                    <a16:creationId xmlns:a16="http://schemas.microsoft.com/office/drawing/2014/main" id="{8CEF643D-D387-19BD-C9C4-62B111F716F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1077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Add-in 4">
                <a:extLst>
                  <a:ext uri="{FF2B5EF4-FFF2-40B4-BE49-F238E27FC236}">
                    <a16:creationId xmlns:a16="http://schemas.microsoft.com/office/drawing/2014/main" id="{DAFC7318-A22A-2260-36D3-F64572560D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85684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5" name="Add-in 4">
                <a:extLst>
                  <a:ext uri="{FF2B5EF4-FFF2-40B4-BE49-F238E27FC236}">
                    <a16:creationId xmlns:a16="http://schemas.microsoft.com/office/drawing/2014/main" id="{DAFC7318-A22A-2260-36D3-F64572560DF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363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0BE0BFCD-AA1E-CA5E-5B11-B2719F8EC03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0346926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ntent Placeholder 3">
                <a:extLst>
                  <a:ext uri="{FF2B5EF4-FFF2-40B4-BE49-F238E27FC236}">
                    <a16:creationId xmlns:a16="http://schemas.microsoft.com/office/drawing/2014/main" id="{0BE0BFCD-AA1E-CA5E-5B11-B2719F8EC03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2396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A1630305-B0DF-45EF-9BA2-8BFF23FCB84F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61995D40-B28D-426A-B656-4B724F12D9EF&quot;"/>
    <we:property name="reportUrl" value="&quot;/groups/me/reports/40fbf964-7d34-4eec-91d8-7046f5a454ec/af527d48bddfdef91fed?experience=power-bi&quot;"/>
    <we:property name="reportName" value="&quot;olist_dashboard&quot;"/>
    <we:property name="reportState" value="&quot;CONNECTED&quot;"/>
    <we:property name="embedUrl" value="&quot;/reportEmbed?reportId=40fbf964-7d34-4eec-91d8-7046f5a454ec&amp;config=eyJjbHVzdGVyVXJsIjoiaHR0cHM6Ly9XQUJJLVVTLU5PUlRILUNFTlRSQUwtRi1QUklNQVJZLXJlZGlyZWN0LmFuYWx5c2lzLndpbmRvd3MubmV0IiwiZW1iZWRGZWF0dXJlcyI6eyJ1c2FnZU1ldHJpY3NWTmV4dCI6dHJ1ZX19&amp;disableSensitivityBanner=true&amp;storytellingChangeViewModeShortcutKeys=true&quot;"/>
    <we:property name="pageName" value="&quot;af527d48bddfdef91fed&quot;"/>
    <we:property name="pageDisplayName" value="&quot;Acquisition &amp; Activation&quot;"/>
    <we:property name="datasetId" value="&quot;9043fb4c-c2e0-4a28-bb2f-3e432d18000c&quot;"/>
    <we:property name="backgroundColor" value="&quot;#FFFFFF&quot;"/>
    <we:property name="bookmark" value="&quot;H4sIAAAAAAAAA+1Y32/bNhD+VwwBQ1+MQdRv9a1xsqdmzeoiGzAExpE8umoZUaOo1G7g/30n0Wmb1EmMYI4dYI/ikXfffXfHO+o6kFXbaFj+DpcYvA6OjPl8CfbziAXjoPZraZGDUqVKSgYyUTJhWUpS07jK1G3w+jpwYOfozqu2A90rosW/L8YBaH0G8/5LgW5xHDRoW1ODrr6i30wiZztcjQNcNNpY6FVOHTjs1V7RdvomCOzXmCyCcNUVTlE4vwoqjXKZFFxKJVGVTKGkba3fMCDbuKVXPZifmNpBVZOZfk3GWcxEImNkaVpiBHSmX1eVdustfHmyaCx5Rz4vm56cN/IKajHYJRcsth7xdXCK0HZ28OPklmBqOivwPQ66T2pXuSXpma33t8GK2DizhrgaBG+u5qMpaGxHk6XQODqGpd/z0XyZWCSqyKFwNX4+RJPz9yO+HL2z1byqR7/sF8wH40CPTv94+yCMCS3Nja0E6J+QTIzuLuttgbzTVetmp1Qi6Kp6Pvutq2vUd1GZgZsNkC5opaVzel0A33Pxg0faCnCUbZOPYF1fZPwTZXOfe6ub/Cczn37I8L+GbNxxtlExrylcDuZ2ytnFqpcUQvFC5WkIZQK5TKMwlI9W4wuKs64E2lsRDi6RrtHhJgIHg1uNN1Whlxs5iHHw+jp4WxETXvc56K5X++qYTkjzpX5FoFYDl/fkzXCifa5o8oQVeRGptOAQFSxhPEwOLpqibwfCzf7pqPgoOP+HdQuKfHwjRoWaFgX1zjCFMOEYl4cY3/VIMWsbpIjutXP9aah59o10eg+WR5NN6K4ldlEeweaGYaxEe+Sv7OPK3gxO0fgO8p251DeOjWm6826yIdY+UxMsMgmskKAkTYMMSkx7/Q8y7XDhuFnc5rfXJlUMmKooLosyzzEJUcYHl/caatlLGxrGZ9We0367ge2ZYFDC7n+W3jRBP1r7DrjGk8W+K/7HaPquFDKlZJwXaRSpKCmBaoI9Y0X4CpjRG5J67h2w3xf3Fm8PbzQxXe2eEnblC3y7qLO7Uf/vqdzFBb+N3fVUGZZKlTxGyfNQFmWcs2L/L/aHbrjHezpYeYBFzblgGfKUCC/LNMrjJDoUojff4S+IaO+AJzqCCLIMYx7JPI4wUSkcANFP7lKHQPINeE9wnCgeihAKnqFEUaokEfsneMuffC+C73t88fSXocyVCnmImGVhxDIViadO30ML2PTONp1rGxB4BjVueG9TCGkg9v+BH3hzD/+svz23V6t/Ae+IONorFwAA&quot;"/>
    <we:property name="initialStateBookmark" value="&quot;H4sIAAAAAAAAA+1Y32/bOAz+VwIDh70Eg3/G9t7aNHvZsvaaoXfAUASURGXaVMuz5S65Iv/70Va6rb20CYpLkwJ7NCWRHz+SIuUbT6i61LD4AFfovfGOjfl6BdXXXuD1vWIlOz19Nz46fzf9cDQekdiUVpmi9t7ceBaqGdoLVTegWw0k/HTZ90DrM5i1XxJ0jX2vxKo2BWj1D7rNtGSrBpd9D+elNhW0KicWLLZqr2k7fZPt4HVEFoFbdY0T5NZJQSZhKuKMCSEFyjyQKGhb7TZ0yNZuaVV35oemsKAKMtPKRDSIAh6LCIMkyTEEOtPKpdJ2tYUtRvOyIu/I50XZsnIkrqHgnV1yocLaIb7xxgh1U3V+jO4sTExTcTzHTveosMouSM90tb/2lsTGWWWIq27h6HrWm4DGujdccI29E1i4PZ/N92GFRBU55C/7z4doeHHeY4veaaVmquj9sV8wH40F3Rv/+f5RGEMSzUylOOj/IBka3VwV2wI51aq20zHVBlpVzKZvm6JAfR+V6bhZA+mSJDWd06sC+JmLHx3SmoOlbBt+hsq2Rca+UDa3ube8zX8y8+WXDP+7y8YdZxsV84rCRWdup5xdLtuVjEuWyTTxIY8hFUno+2JjNb6gOGvFsboTYe8K6RrtbiKw0LlVOlMK3boR3TJ2Xt947xUx4XRfgG5ata9O6IQw34tXBGrZcflA3nQn6ueKJouDLM1CmWQMwiyIA+bHBxdN3rYDbqffGio+Cs7vsG5BkYtvGFChJllGvdNPwI8ZRvkhxnc1UkzrEimie+1cfxlqnm0jnTyAZWOycd3UxC6KY1jfMEwlsDp2V/aJqm4Hp7B/D/nOXGobx9o03Xk3WRNrl6kxZgMBQSZACpoGA8gxafU/yrTFuWVmfpffVpuQEWAiwyjP8jTF2EcRHVzeayhEu1rSMD5Ve0777Qa2Z4JBCbv/WXrdBL2x9i0wjaP5viv+12i6ruQHUooozZIwlGGcA9VE8IwV4SpgSm9I6rn3wP4U7i3eDl5vaJrCPiXs0hX4dlEP7kf9/6dyFxf8NnZXU6WfS5mzCAVLfZHlURpk+3+xP3bDbe7pUIkDLGrGeDBAlhDheZ6EaRSHh0L0+jv8BRHtHHBEhxDCYIARC0UahRjLBA6A6Cd3qUMg+Ra8IziKJfO5DxkboECeyzjm+yd4y598L4LvB3xx9Oe+SKX0mY84GPhhMJAhf+r03bWAde9s09i6BI5nUOCa9zaFkAZi9x/4kTd398/a64wQGkXj1oYD7Z/sH8/z5fJfQng2tlQXAAA=&quot;"/>
    <we:property name="isFiltersActionButtonVisible" value="true"/>
    <we:property name="isVisualContainerHeaderHidden" value="false"/>
    <we:property name="reportEmbeddedTime" value="&quot;2026-05-09T05:02:57.828Z&quot;"/>
    <we:property name="creatorTenantId" value="&quot;18a59a81-eea8-4c30-948a-d8824cdc2580&quot;"/>
    <we:property name="creatorUserId" value="&quot;10032004375B3684&quot;"/>
    <we:property name="creatorSessionId" value="&quot;615439fa-59da-490e-b988-b590cbcab085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27C7520-8B3E-4F02-AF23-9C68CA0DA6E2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61995D40-B28D-426A-B656-4B724F12D9EF&quot;"/>
    <we:property name="reportUrl" value="&quot;/groups/me/reports/40fbf964-7d34-4eec-91d8-7046f5a454ec/4d9c2ab8c1cc133b8dfb?experience=power-bi&quot;"/>
    <we:property name="reportName" value="&quot;olist_dashboard&quot;"/>
    <we:property name="reportState" value="&quot;CONNECTED&quot;"/>
    <we:property name="embedUrl" value="&quot;/reportEmbed?reportId=40fbf964-7d34-4eec-91d8-7046f5a454ec&amp;config=eyJjbHVzdGVyVXJsIjoiaHR0cHM6Ly9XQUJJLVVTLU5PUlRILUNFTlRSQUwtRi1QUklNQVJZLXJlZGlyZWN0LmFuYWx5c2lzLndpbmRvd3MubmV0IiwiZW1iZWRGZWF0dXJlcyI6eyJ1c2FnZU1ldHJpY3NWTmV4dCI6dHJ1ZX19&amp;disableSensitivityBanner=true&amp;storytellingChangeViewModeShortcutKeys=true&quot;"/>
    <we:property name="pageName" value="&quot;4d9c2ab8c1cc133b8dfb&quot;"/>
    <we:property name="pageDisplayName" value="&quot;Revenue &amp; Retention&quot;"/>
    <we:property name="datasetId" value="&quot;9043fb4c-c2e0-4a28-bb2f-3e432d18000c&quot;"/>
    <we:property name="backgroundColor" value="&quot;#FFFFFF&quot;"/>
    <we:property name="bookmark" value="&quot;H4sIAAAAAAAAA+1abU/cOBD+K6tIp95JqyqJk9jpN0rpqVLp9QDRk04ocuzxkjYb7yUOL0X732/sZClsd1lYlgJVv23s8bw843kzXHiyaCYlP//Ax+C98l5r/WXM6y+DwBt6VbeWMCaJUBD6ShAiCUt8ibt6YgpdNd6rC8/wegTmsGhaXlpGuPjv0dDjZfmRj+yX4mUDQ28CdaMrXhZfoSPGLVO3MB16cDYpdc0ty33DDVi2J0iO36hC8JKgRC5McQL7IEy3GslUhDxnIhAiICRnUuVI1nQETrOFJJa1E7+tK8OLCsXYNT8STJAwDZI4CGOfJ0Ixu94U1ajsFf529uB8YsExcGZyfWbxyD+jYMtpOkWDJPGpkspPaJAmqQpDHsX2tCpK0wvMz3fOJjVihQh23LbkCa8EWHgRkBqazv4Lbxd409YOlZ1rG/u6rQXsgXJblSnMOfLJevrGs6p8rDUi7zYOtOHl4M/dQ7dxrE+3a0C0pffKnx7hyo22Cl7L64biRy2hfn3ujHhT1DPfhMM5PR/CANQYN/M0FbGiLIBQEsLxfoZPAOhPuhrsQ1laDZ4p1NdN6MAmAJKkSvkqpyrlMmKUPj7YWyejwR6cQNXCANd6rZ8r7kut6VyQhnGo4pwFNJIR5IJiPn58F8wU3rI52qXxwR6iPvjtuXrhJoM6R1AsGJLGMSHAcxJSwkS+3BF9MfU5FcxHv8VSUsEFiXJrau+mbZQw0nUhEJRhz8jyOZxVQjT3ba3HjmNfsjVSXprzV1k0JtvFCg4GEc7etlUFlleHLGI/9D4dg8UHOWD9k4Xp8XlXXces6UnKdlytQLP7cLrMoVg02SkemFq5h7xsXWuAbN8XaFnnebdsa/x7S3bk0J2/pbfSYhUIy1S7fj2D6fBisTseXqXGRXpWyAVBM1wdy1ujUQ0jPnPozoPra2wxzuouUtwm0vWB6T8nE1xyyYRuK3MXMx7pfoxqLmGdvNoIbjDuto95ba7lV28M2MHbH191n10mndgC3L7oLD3f5Wf2E1xWWxzGbzzX/85O7GOzv+IITUL2khFqW+8gjKKoZ3Fi928v0ZHfQhyKeElpEMVRnBJCUkYcgz6rd0MGgv75yhjRO/r89inxHpGPqfIfJ+ipxfORgzmPQ0KTNCJxkAe+SKJcrW4BD/Tkw60rWtPm/7WAaM/X9v3ZBv7+e/bjJk7iam2cOTE7qHnVlB2u3yrj8PJUdvXUtwbhWhHFpgzvxxolUsyDjoEmW2GyWcBktlPIAMO4aI49pO21UgWUeD1Q9l8bbYUuNcsWz1r7vIRm8LsTmr0zMG7+cC3Q0DoV66XvbkUHTXgFxbtg/7BdyV0hd7bxvITlLC+vaJ847pf9F6JzR53XKLabnckX35O79/5l22COAPmaLyhUj/bisDwKNl0wNnEZZpmahLmIfKlUTGXIIJD8qWbqO08xayfg72aUK7X3Hsn2/sV6uYYr6vLqXPykZ8S53ueHZt6NzGX9aA80Tn2agx9ynkNKA+qHv0b7X6O9oyqBy8zJfk5z8Rqj/XObiY1NNztn63YZT80x3RCLRT8gXAUs8iMW0JhxGi6v/H3+YnEYUMp9lqucU87TlMKy/HUfv3bv2dm2Pta1mTdPuNVsrCuzZle7QWWcFplWqgHzuC12p99gDwxU7i16rXf1SXGiTVdf17zuD+fppa30nj69Q71aSzaK7phvXNDcDer68kgSLoWUiQp4kDCgUQAr+/LnllebshDY4Sx+ZZTc8AWvjGMtVz3evXiDJ6Q+rV6serO77El+CD79xKUSRhUDQULGqOAqpMmT82xfOzJEfa2/kf7snp3Dp/NsKCFiMhQhUyJhfppKWP3HvjhQvp8QKhIVxyEInzJ6v4lgM49qH7T5HrLHemlbMTtUbVnOpoen+dL2EwfMpt6iXAgtsl63pplwAR95BQtQQOt5JS3MNyLh/r3sEoTp9H/7iMNU1iYAAA==&quot;"/>
    <we:property name="initialStateBookmark" value="&quot;H4sIAAAAAAAAA+1aWW/bOBD+K4aARXcBo9BNqm9pmi6KNkmbBOkCi0CgyKGjVha9EpWjgf/7Dik5TVw7jh2ncYq+STzm+IZzUbpyRF6PCna5x4bgvHJeK/V1yKqvPc/pO2U3tr//fnfr4H26t7W7g8NqpHNV1s6rK0ezagD6OK8bVhgKOPjvSd9hRfGRDcybZEUNfWcEVa1KVuTfoF2MU7pqYNx34GJUqIoZkoeaaTBkz3A5viNv72WAHBnX+RkcAtftaCgS7rOMco9zLwgyKmSGy+p2gZVs5hJD2rLfVqVmeYlszJgbcsoDP/HiyPMjl8VcUjNe5+Wg6AT+vvfocmRQ0XChM3Vh8Mi+IGNDaTxGhUTgEimkGxMviRPp+yyMzG6ZF7pjmF3uXIwqxAoRbKltiTNWchCOBaSCutX/ytkFVjeVRWXn1sShaioOByDtVKlzfYl00m597RhRPlYKkbcTR0qzovf37rGdOFXn2xUg2sJ55Y5PcOROXTmrxG1F8aUSUL2+tEq8yauJbfz+lJyPoQBKjJNZkvBIEuqBL4KAiYD6GwD0Z1X2DqEojATPFOrbKrRgBwAiSKR0ZUZkwkRICXl6sLfOBr0DOIOygR6OdVI/V9znatOaIPEjX0YZ9UgoQsg4obH79CaYCLxlYrQN470DRL33x3O1wl0KtYYgmDAEiaIgAJYFPgkoz+YbosuiLiOcumi3SAjCGQ/CzKjamWkbOQxUlXMEpd8RMnSOJ5kQ1X1bqaGl2OVqhSuv1dkv8lqnu5i6QSPC6dumLMHQapFF7PvO51Mw+CAFzH8i1x0+78rbmNXdkqIZlgvQbF+sLFMo5nV6jhvGhu8xKxpbGiDZDzlq1lreDpsc/8EsO7HoTp/Se0mxCIR5ot0+nt64fzXbHI8vUm09Pc3FDKfpL/blrcGgggGbGHTn0eXVJhmnVespdhLXdY7pPicVbHBJuWpKvYwaT3Q+BhUTsEpcrTnT6Hfbp6zSt+KrMwSs4M3DN9VFl1HLNgc7z1tNL3fZhXkFG9Vmu/Ebx9a/kx2HWOwv2EJin76kATGlt+eHYdiRODPz9+dol9+DHbJ4SYgXRmGUBEGQ0MAS6KJ622Qg6F9utBGdoS/vHxIf4PkYKv+xjDbNn08szFnkByROwiDyMs/lcZjJxSXgkRrt3Tuj1U32XwOI9nRuP5xM4POnycNdlPjN3DgxYnpUsbIuWly/Z8b+9a705q7vBcKtJIpFGZ6PFVIknwYdHU00XKcTh0lNpZACunFenzq4tpNK5lDg8UDe+2stha4lS2f3WoesgLr3p2WavtMwrP+yJVDfGBXzpWtPRQuNfwPFZbB/3KpkWcitbiwrYD7J6yPaBY6HRf+Z6Cwp8wrJdr09+exzsnztXzQ1xggQr9mMRPVkNw7zvWDdCWMdh2ESqQM/46ErpIyI8Cl4gm1qpF66i1k5AP/Qo9zIvQ8Itg9P1vMlXJCXF8fije4Rp2qfnxp519KXda09kChxSQauz1gGCfGI6/9u7X+39nZVAUyklvdz6otXaO2fW0+sTbjZuVi1ytg0w7RNLCZ9L2DSo6EbUo9ElBF/fubv4heNfI8Q5tJMZowwliQE5sWvh9i1vc9Ot9WpqvS0etyOpkNV6hWr2jUKY6VIlZQ16KctsVv5egegobR30Svdq4/yM6Xb/LricX88S88tpQ/U+RL5aiXeyLolvnZGUyeorctDETDBhYilx7yYAgk9WFiXP7e4Whc5xwpn9i2jYJrNuGUcKrHo8u7FG9wh1Hn5YtGd3XVN8lPw6TouGVMiKfDAp5RwJn0Sb5xlu9yRIuorfSP91S07hU9rWV9ASIXPfSp5TN0kEbD4Y1/kSdeNA8JjGUU+cJdQ8rCOYD2XantK/wjZU920LegdyqYoJt3DZt60/cIOs667KOtCs7RXja5HjMNHVsIMFFB7VgoD851I2N/Luo9AeZ139wd3bDA/nV2DNh7/D6ii2Z//JgAA&quot;"/>
    <we:property name="isFiltersActionButtonVisible" value="true"/>
    <we:property name="isVisualContainerHeaderHidden" value="false"/>
    <we:property name="reportEmbeddedTime" value="&quot;2026-05-09T05:05:52.837Z&quot;"/>
    <we:property name="creatorTenantId" value="&quot;18a59a81-eea8-4c30-948a-d8824cdc2580&quot;"/>
    <we:property name="creatorUserId" value="&quot;10032004375B3684&quot;"/>
    <we:property name="creatorSessionId" value="&quot;5c4bfc44-a11f-426a-8c2b-4da06c059115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4069D28F-B99E-4DD9-9D46-B9B9F557CADA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61995D40-B28D-426A-B656-4B724F12D9EF&quot;"/>
    <we:property name="reportUrl" value="&quot;/groups/me/reports/40fbf964-7d34-4eec-91d8-7046f5a454ec/fd05c85551e907692784?experience=power-bi&quot;"/>
    <we:property name="reportName" value="&quot;olist_dashboard&quot;"/>
    <we:property name="reportState" value="&quot;CONNECTED&quot;"/>
    <we:property name="embedUrl" value="&quot;/reportEmbed?reportId=40fbf964-7d34-4eec-91d8-7046f5a454ec&amp;config=eyJjbHVzdGVyVXJsIjoiaHR0cHM6Ly9XQUJJLVVTLU5PUlRILUNFTlRSQUwtRi1QUklNQVJZLXJlZGlyZWN0LmFuYWx5c2lzLndpbmRvd3MubmV0IiwiZW1iZWRGZWF0dXJlcyI6eyJ1c2FnZU1ldHJpY3NWTmV4dCI6dHJ1ZX19&amp;disableSensitivityBanner=true&amp;storytellingChangeViewModeShortcutKeys=true&quot;"/>
    <we:property name="pageName" value="&quot;fd05c85551e907692784&quot;"/>
    <we:property name="pageDisplayName" value="&quot;Referral&quot;"/>
    <we:property name="datasetId" value="&quot;9043fb4c-c2e0-4a28-bb2f-3e432d18000c&quot;"/>
    <we:property name="backgroundColor" value="&quot;#FFFFFF&quot;"/>
    <we:property name="bookmark" value="&quot;H4sIAAAAAAAAA+1Za0/cOBT9KyjSil1ptrIdO076rQUqrba0qCC60gqNHPtmcJuJR04GmFbz39d2MuU1DOlAGaotHwA7fhyfe3zvtf01UrqelGL2Towhehm9NubzWNjPWzgaRFVbx7IYCAGFKVcQExA5yt1XM2m0qero5deoEXYEzbGup6L0A7nKf08GkSjLAzHypUKUNQyiCdjaVKLUX6Bt7D41dgrzQQQXk9JY4Yc8bEQDftgz19yVHQT8InYzCtnoMzgE2bS1hUJMpowxDBniSUZ4Sl2zum0QkC1t4ocO0++YqhG6ctP4OsQUkiopVIEUyZUQcZ76+lpXo7IDfNn3aDbx5DRw0eTmwvORf3IT+5Hmc7egQgnKhUxjkBlnMuY8KwIiXTbdhPls72JiHVdfF1QTJaSkCJQihBOVU5T4FTXtXDuOl5GxWjocg24gP87xgicyiN5YMw4jdgatXcu9qtHNzBUOoSz93IOoRY/mzkofT8FC6OLoULrl1vU3jf/jEUJdd5V/Vdfr6q5fOR1Xt1sfmqmV8AGKy0JA5Ok5sMapIaCqA6phHcw+95CORTkNInKDv9VulS3xodp1qKZl6RuezP3PSaueK/P2wnOLlNWoBtGpOd+x4EoqEOdqVgqjLrV05rmqi2gMbp/4f5RoRKBu0k6oof1uVPgMQRZL176963ooc15tR93q54uN4cB/uiL9byT+GEJOgspRTqGgBBiBNCUYQ5Ggu1W+VMcPsd17q5YgNb42AJ3W/y/T9eKjtVyKBZcEEl7QjHEW84Kn91rulToTlXQ03jTbPoh6aqEvzmHX/hbUV2ejrQ9wpuF861Aau9bOk8Kq6/540FLwehbWsqvtIoQ4h7n3VOto7a3SgvCMQZaTDCWYxWmRPQ/ad6F0SrSzrV0xW2vbPBfeby6kJZ5SUmRxQXmRZ0xmaRpTtXni31d/HukxXGL+7WdlfulKWuo5o0UiKVCFJQKKCsmegas5Mo0ou0360+r95iJawl3umGSYpooyCQlCKlHsewjvl1qaq6nl+1LXzXDfHR2gcaQN30yrCspemeaOGU+E1fXN0t+6cobAg+gtFCEXfTUaWRiJRb+9708cviWh5iaRjSdy2EZKaaZVExq4VXQWxL74QY9OmzuiO3ob3ZGOPhz2fSyvs5brYh/8iOSsF9gurRxZoZZF+8FGco98ttVmwZtHdC2abf3ewvpjLX9VTmsnW1Cvhd05Fbbp6bzwTef1BDLw7mJpatzJc7ZOcrwOkDZZxpTwQuVcuWyZZ3lKFYWNH3NUp4xhrqvN6/ShWXupK1iqykeXQR8yW7OrHHguMMOYgQuoGOVc3G327g4nR4ISRqkCRCHFMqbpA+9w7NVAawPPwxpcxdj9Gp67bdvvSucxbm/s7f3SAel1dbN9YGrt7bm9uMB56PXNHXysQHldmrjPRnnEEN4P77KwjZ4mbPcDCG4r6/p0nZ3+0Y23U5qpwtQ5U+aOwZwztOlMemWs7c7ueZ4jThVKc0gRgCiSFVGgcweSxkCLLOWEp3EuC66Q/OUOFu7gXdhVv9zBL3fw87kDliueqTQrYkYQUZCkbMULz7M8M2wwR+wH6/F0vN4zzxMT9MZCuGJY59FCisbJ7nYKffl08cV0geT604Xscul9ceGLK14w8G4U8uJFj0P95b5Hj+xFRlHCEMWMEIYZ74Y489/3ddVzxtC8x3T4BY4xIRlOOMExRzjdve+x5Z9AyZNsPxcQH3Bw6f8uFyhbpgAzbeqJkHAgKliiBEesqBSoe0gOr/nfaJ3P/wP4ZCWKRSAAAA==&quot;"/>
    <we:property name="initialStateBookmark" value="&quot;H4sIAAAAAAAAA+1Za0/cOBT9KyjSil1pFtmJHSf9RoFKq5aCoGpXWqGRY98MbjPxyEmAaTX/vbaT4TkM6UAZqi0fADt+HJ97fO+1/S2QqpoUfPqejyF4FbzW+suYmy8bOBgEZVd3cPB2f/vo7fD99v6erdaTWumyCl59C2puRlB/VFXDCzeCrfzvZBDwojjkI1fKeVHBIJiAqXTJC/UV2sb2U20amA0CuJgU2nA35HHNa3DDntnmtmznxluRnZGLWp3BMYi6rc0loiKhlGJIEYvTkCXENqvaBh7ZwiZuaD/9ji5rrko7jatDVCIh41zmSIaZ5DzKEldfqXJUdICv+n6YThwrNVzUmb5wfGSf7cRupNnMLiiXnDAukghEyqiIGEtzj0gVdTdhNt27mBjL1bc5x6HkQhAEUoYhC2VGUOxWVLdz7VheRtooYXEMuoHcOB/nPIWD4I3RYz9iZ8nKttwra1VPbeEYisLNPQha9GhmrfTpFAz4LpYOqVpubX9duz8OIVRVV/lPebOu6voVzbi82/pYN0bAEeRXBY/I0XNotFWDR1V5VMPKm33mIH3kReNFZAd/p+wqW+J9te1QNkXhGp7M3M9Jq55r8/bCc4eU5agGwak+3zFgS9ITZ2uWCqMqlLDmua6LYAx2n7h/JK+5p27STqig/a6l/wxeFgvXvrlre0h9Xm4G3epn841hwX++Jv1LEn8OISde5SgjkJMQaAhJEmIMeYzuV/lCHT/GdgdGLkCqXa0H2lT/L9P14qO1XII5EyHELCcpZTRiOUsetNy2POOlsDTeNts+8Kox0BfnsGt/B+r22WjjCM4UnG8cC21W2nmCG3nTHw9aCl5P/Vp2lZmHEOsw955rHa29ZZKHLKWQZmGKYkyjJE9fBu27UFglmunGLp+utG1eCu+3F9IST0iYp1FOWJ6lVKRJEhG5fuIPyr8/qDFcYf7jV2V+4Upa6hkleSwIEIkFAoJyQV+Aq/mga150m/SX1fvtRbSE29wxTjFJJKECYoRkLOmPEN4vtdTXU8uDQlX1cN+eGaC2pA3fNGUJRa9Mc0ePJ9yo6nbprSqtIfAgeAe5z0W3RyMDIz7vt/fjicNlEqpvE1k7IodtpBS6KWvfwK6isyB2xSM1Oq3vie7oXXBPOvp42A+xvMpabop98DOSs15gu7RyZLhcFO0Ha8k9sulGmwWvH9GNaLbxZwvrr5X8VdFUVrYgX3Ozc8pN3dN54dvO6xlk4NzFwtS4k+d0leR4FSBtsoxJyHKZMWmzZZZmCZEE1n7MkZ0yhpkq16/Tx2bthSphoSqfXAZ9yGzNLjNgGccUYwo2oGKUMX6/2bs7nAxxElJCJCACCRYRSR55h2OuB1rjeR5WYCvG9tfw3G7bflc6T3F7Y+7ulw5Ir6ubzUNdKWfPzfkFzmOvb+7hYwnKm9LEfTbKE4bwfngXhW30PGG7H0CwW1lVp6vs9E92vJ1CNxIT60ypPQYzRtG6M+mlsbY7u2dZhhiRKMkgQQA8j5dEgc4dCBIBydOEhSyJMpEzicRvdzB3B+/9rvrtDn67g1/PHdBMslQmaR7REIUS4oQueeF5kWeGNeaI/WA9nY5Xe+Z5ZoLeGPBXDKs8WgheW9ndTaGvni6+6i6Q3Hy6EF0uvc8vXHHJCwbeDXxePO9xrL4+9OiRbqUExRQRTMOQYsq6Ic7c931V9pzRN+8xHd7CEQ7DFMcsxBFDONl96LHlX0/Js2w/GxAfcXDp/y7nKVukAN3U1YQLOOQlLFCCJZaXEuQDJPvX/M4uqlJZ8ZBV3Bv/pRlms++KPRL8biAAAA==&quot;"/>
    <we:property name="isFiltersActionButtonVisible" value="true"/>
    <we:property name="isVisualContainerHeaderHidden" value="false"/>
    <we:property name="reportEmbeddedTime" value="&quot;2026-05-09T05:06:49.173Z&quot;"/>
    <we:property name="creatorTenantId" value="&quot;18a59a81-eea8-4c30-948a-d8824cdc2580&quot;"/>
    <we:property name="creatorUserId" value="&quot;10032004375B3684&quot;"/>
    <we:property name="creatorSessionId" value="&quot;5969b10c-c68b-4001-bc89-a13c7cd5bbbf&quot;"/>
    <we:property name="artifactViewState" value="&quot;live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6ECBF781-9318-446A-824F-36AD6BA36F59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61995D40-B28D-426A-B656-4B724F12D9EF&quot;"/>
    <we:property name="reportUrl" value="&quot;/groups/me/reports/40fbf964-7d34-4eec-91d8-7046f5a454ec/0fe7614249cd8cf08cd3?experience=power-bi&quot;"/>
    <we:property name="reportName" value="&quot;olist_dashboard&quot;"/>
    <we:property name="reportState" value="&quot;CONNECTED&quot;"/>
    <we:property name="embedUrl" value="&quot;/reportEmbed?reportId=40fbf964-7d34-4eec-91d8-7046f5a454ec&amp;config=eyJjbHVzdGVyVXJsIjoiaHR0cHM6Ly9XQUJJLVVTLU5PUlRILUNFTlRSQUwtRi1QUklNQVJZLXJlZGlyZWN0LmFuYWx5c2lzLndpbmRvd3MubmV0IiwiZW1iZWRGZWF0dXJlcyI6eyJ1c2FnZU1ldHJpY3NWTmV4dCI6dHJ1ZX19&amp;disableSensitivityBanner=true&amp;storytellingChangeViewModeShortcutKeys=true&quot;"/>
    <we:property name="pageName" value="&quot;0fe7614249cd8cf08cd3&quot;"/>
    <we:property name="pageDisplayName" value="&quot;Decision&quot;"/>
    <we:property name="datasetId" value="&quot;9043fb4c-c2e0-4a28-bb2f-3e432d18000c&quot;"/>
    <we:property name="backgroundColor" value="&quot;#FFFFFF&quot;"/>
    <we:property name="bookmark" value="&quot;H4sIAAAAAAAAA+1Y32/bNhD+VwwBQ1+MQZQsWcpb7bbDgGQL6iJ7GALjRJ5strRkkFSaLPD/viPpJLXr/JiHJPWwN5E83t333R2P1HUkpFkquPoNFhgdRaO2/bIA/aXHon7UhLksLrMizQYiA2AYl3mFNa22SyvbxkRH15EFPUN7Jk0HyimiyT/P+xEodQozN6pBGexHS9SmbUDJvzAI05LVHa76EV4uVavBqZxYsOjUXpA4jckF9nNKFoFbeYET5DbMxjUOczZIBiUXBa/jggsnZoKA92yniFPtzY/bxoJsyIyb43ky5AWr86JmdVlmQmSlmzeymam1w3d7P10tHTkWL23VXjo+qs9k2GlarQgQJAwTASXmpLYsijyvwO2upbJrg9XV+8ulJq6IwaDtrbiAhqOIPCEaTcB/HZ0gmE57Vt5vLEzaTnP8SBFxS42V9or0TNfyJnKunOqWmPcLn1oLqvfLyZlfmLdfxxqJbREdxatzmnkQKwctNoHSQAvUoysP4p3UN7FJ+lt+PgcA8pgWMzFkOEyHKfI6xZhhxsvXJ3oiF51yzB4y2dsg1oRjOcQky2smOCsFS/M0/5EIP5a17f10+Jzf4gi0szyGnHGRVZiVtRgMsnCU7Xc81SytIUU6o/JY4KAYlDh8NIhj8mvWasnJ0nYcx63qFs1T4f+upLHTE+o0aMn/6YeuaVBtc0GmZrKZcoXQ7Ihn/0DOza8kqakFqvEctH3tBNs8QW+6Kgl8/qZvriMdvHqB0J77pBQDnnDM4jQF4FVKt40yfcGkHHWCrjHTCccGtGy3XTbfzt+XiS/mDZ/DLa+vVhbBx967cIfc89BVnaHoohiB/iEKZAeo56iTJ8c31EZaDfK4YLyGOOXIWcwSfP2uO3477n1E0XlGDrfpfg8j9Fyel47ykmGdFgKBZ/B4l7yX9P3yA0Hz+fSU222nz0B1uA/jRkmOeoPzaIH0hHMfM6T3kNtEgJbBmERzB3rz6+zmiUah+aDbhd+2fktWZOEBNP0ouBO74vpjji6MvogaIe2amV+32DJPr7Mw8G7cwxuZ9Z9OKWk9ljYAv15LHEVFduzkzkM6+B0CLOzgZtEKzx76XNip7M0IjORvXG55TQbVTV5/p85Y6iB24oM48XKPKHev6LVm//jcdVbdgn22TAwnFd1Mh0NWYpyUaSyqIsnKf/E+2M/VlktQ/5miuUNzAEWT/F80/ygTPUlubVditZ01S+B4Cg3ugEzgoBEugx8E6n+/3SJdrf4Gl8rUw/YTAAA=&quot;"/>
    <we:property name="initialStateBookmark" value="&quot;H4sIAAAAAAAAA+1Y32/bNhD+VwwBQ1+MQZQsWcpb7KbD0LgJ4iJ7GALjTJ5strRkkFSaLPD/viOlJLXr/JiHJPWwN+l4vLvvuzueqJtASLNUcP0JFhgcBIOq+roA/bXDgm5QtrKTk4+jw7OPk0+HoyMSV0srq9IEBzeBBT1Dey5NDcpZIOGfF90AlDqFmXsrQBnsBkvUpipByb+wUaYlq2tcdQO8WqpKgzM5tmDRmb0kdXon3+zXmDwCt/ISx8htIw0L7KesF/VyLjJehBkXTs00Cj6yrSrOtHc/rEoLsiQ3TsbTqM8zVqRZwYo8T4RIcic3spypNuD7vZ+vl44Vi1d2Wl05PqZfyLGztFoRIIgYRgJyTMlsnmVpOgW3u5DKtg6n10dXS01cEYONtUNxCSVHEXhCNJoG/00wQjC19qwcrS2Mq1pzPMPCL5VW2muyM2n1TeBCOdUVMe8XPlcWVOe30blfmFffhhqJbREchKsLkjyKlYMW60DpRQvUg2sP4r3Ut7mJuhtxvgQAipgWE9Fn2I/7MfIixpBhwvO3J3osF7VyzO4z2ZsgWsIx72OUpAUTnOWCxWmc/kyEH8vCdn7Zf87vcDS0szSElHGRTDHJC9HrJc1RttvxVLC4gBjpjEpDgb2sl2P/ySQOKa5ZpSUnT5t5HFaqXpTPhX+ipLGTEY0YtBT/5ENdlqg2uSBXM1lOuEIot+Szuyfn5jfS1DQC1XAO2r51ga2foLdTlRS+fDc320w3Ub1Cai98UYoejzgmYRwD8GkMDPP4FYtyUAv6jJmMOZagZbUZsvle/lAlvlo0fA53vL5ZWzQxdt43H487HrqqNpRdFAPQP0WDbAH1En3y7Pw2vRFPe2mYMV5AGHPkLGQRvv3UHR4OO2coas/I/g7dH2E0M5enuaM8Z1jEmUDgCTw9JR8kfbf6QNB8PjnldjPoc1A17sK4UZKjXuM8WCBd4dzDDOk+5DYRoGXjTKK5B73+dH57RaPUfNDVwm9rL5FT8vAImm7QhBO65vpjji6NvolKIW3LzO8bbJnn91nz4sN4gDdy6x+dUbJ6LG0D/KbVOAiy5NjpXTTl4HcIsLCFm0UlPHvoa2GrsXcDMJK/c7XlLRlUt3X9gzljaYLYsU/i2Os9YdzdolvL/vK57ay6A/tildicVPRl2u+zHMMoj0MxzaIk/xf3g91CrbgE9Z9pmns0e9A00f9N848q0ZPk1rYVVlVbswSOp1DiFsgEDkrhKvhRoP73W+CdUE3LqXqK9jVmVqu/ASyW4U8fFAAA&quot;"/>
    <we:property name="isFiltersActionButtonVisible" value="true"/>
    <we:property name="isVisualContainerHeaderHidden" value="false"/>
    <we:property name="reportEmbeddedTime" value="&quot;2026-05-09T05:07:14.610Z&quot;"/>
    <we:property name="creatorTenantId" value="&quot;18a59a81-eea8-4c30-948a-d8824cdc2580&quot;"/>
    <we:property name="creatorUserId" value="&quot;10032004375B3684&quot;"/>
    <we:property name="creatorSessionId" value="&quot;46727bad-a81c-4c4a-aa3c-197516c28f59&quot;"/>
    <we:property name="artifactViewState" value="&quot;liv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Acquisition &amp; Activation</vt:lpstr>
      <vt:lpstr>Revenue &amp; Retention olist_dashboard</vt:lpstr>
      <vt:lpstr>PowerPoint Presentation</vt:lpstr>
      <vt:lpstr>PowerPoint Presentation</vt:lpstr>
    </vt:vector>
  </TitlesOfParts>
  <Company>Eli Lilly and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Yoonji Kim</dc:creator>
  <cp:lastModifiedBy>Yoonji Kim</cp:lastModifiedBy>
  <cp:revision>1</cp:revision>
  <dcterms:created xsi:type="dcterms:W3CDTF">2026-05-09T05:00:53Z</dcterms:created>
  <dcterms:modified xsi:type="dcterms:W3CDTF">2026-05-09T05:08:18Z</dcterms:modified>
</cp:coreProperties>
</file>